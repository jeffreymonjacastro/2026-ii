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para la planificación de estudio personalizada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+ Ollama (qwen2.5:7b, local) · compatible con Groq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 · Caso 1: Planificador de estudio personalizado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NAN: Aguinaga Pizarro, Bianca Brunella · González Vidalón, Ian Steve · Meza Torres, Fabryzzio Jossue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Monja Castro, Jeffrey Antonio · Navarro Mendoza, Aaron Cesar Aldair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octubre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¿qué estudio, cuándo y cuánto?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 que todo estudiante toma cada semana, normalmente «a ojo»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cursos con distinta dificultad, créditos y fechas de evaluación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libre fragmentado por clases, trabajo y traslados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estudia lo urgente o lo que gusta; los cursos críticos quedan para la víspera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que no respeta la disponibilidad real no se cumple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109728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que apoya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344168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plan semanal (día, hora, curso y actividad) entre varias alternativas, que priorice los cursos en riesgo y respete las restricciones.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69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194560"/>
            <a:ext cx="64008" cy="9601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2578608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(usuario principal) y los tutores o consejeros académicos que acompañan a alumnos en riesgo.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069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91840"/>
            <a:ext cx="64008" cy="13716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0328" y="3675888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decidiendo y más estudiando; detección temprana de cursos en riesgo; planes verificables, no solo «bonitos».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caso: la semana del 12 al 18 de octubre de Andrea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ficticio y realista: 5.º ciclo de Ciencia de Datos e 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9659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659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estudio sugeridas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659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en la semana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960120"/>
            <a:ext cx="196596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en 7 días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duras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2468880"/>
            <a:ext cx="4160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dentro de los bloques libres; máx. 5 h/día; nada después de las 22:00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cada curso antes de su evaluación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Mínimos: 70 % de lo sugerido si es prioridad alta (ML, Estadística); 50 % si evalúa esta semana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148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decisión (pesos)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468880"/>
          <a:ext cx="40690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 académica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Factibilidad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de carga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Bienestar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Diseño: 5 agentes con roles diferenciados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recomendados + un Auditor de factibilidad (agente adicional)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62763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64008" cy="19659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03327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Analista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1344168"/>
            <a:ext cx="1380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cursos, riesgos, disponibilidad y datos faltantes. No propone horarios.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6334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0.2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960120"/>
            <a:ext cx="162763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960120"/>
            <a:ext cx="64008" cy="19659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103327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Planificador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67128" y="1344168"/>
            <a:ext cx="1380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planes, uno por enfoque: urgencia, balance, riesgo. Asigna cursos a franjas.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67128" y="26334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0.5 · 0.2 corrige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49040" y="960120"/>
            <a:ext cx="1627632" cy="1965960"/>
          </a:xfrm>
          <a:prstGeom prst="rect">
            <a:avLst/>
          </a:prstGeom>
          <a:solidFill>
            <a:srgbClr val="FFF6E5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960120"/>
            <a:ext cx="64008" cy="19659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103327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Auditor 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04488" y="1344168"/>
            <a:ext cx="1380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en Python + LLM: veredicto e instrucciones de corrección.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04488" y="26334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0.1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0" y="960120"/>
            <a:ext cx="162763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960120"/>
            <a:ext cx="64008" cy="19659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1848" y="103327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Evaluador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41848" y="1344168"/>
            <a:ext cx="1380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Puntúa de 1 a 5 cada criterio, con ventajas y desventajas. No elige.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41848" y="26334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0.1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23760" y="960120"/>
            <a:ext cx="162763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960120"/>
            <a:ext cx="64008" cy="19659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9208" y="103327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Decisor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79208" y="1344168"/>
            <a:ext cx="1380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 y recomienda el plan con sus riesgos y la revisión humana.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79208" y="26334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0.2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8577072" cy="1645920"/>
          </a:xfrm>
          <a:prstGeom prst="rect">
            <a:avLst/>
          </a:prstGeom>
          <a:solidFill>
            <a:srgbClr val="FFF6E5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Auditor adicional?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50215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pequeños fallan en la aritmética de horarios: sesiones fuera de bloque, estudio después del examen, horas mal sumadas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híbrido: Python mide (exacto y reproducible) y el LLM interpreta y explica cómo corregir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un bucle de corrección: el evaluador y el decisor solo reciben planes ya verificados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Orquestación: secuencial con bucle condicional de corrección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del bucle la decide Python (predecible), con un máximo de 3 rondas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8" name="Image 0" descr="/Users/blackmonk/utec/planifica/Hack7/diagrama_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6400800" cy="29015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91440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0" y="914400"/>
            <a:ext cx="64008" cy="12344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987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que fluye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13448" y="1298448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→ planes (JSON) → reporte + informe → puntajes → decisión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0" y="228600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2286000"/>
            <a:ext cx="64008" cy="11430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2359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13448" y="267004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planes NO APTOS vuelven al planificador, con sugerencias concretas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0" y="356616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0" y="3566160"/>
            <a:ext cx="64008" cy="1188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13448" y="3639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13448" y="3950208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Decisor es el único que ve todo; una persona valida antes de aplicar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4320" y="3977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= una Crew de CrewAI (1 agente + 1 tarea); un orquestador en Python encadena las salidas.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ejecutado de punta a punta · 25 llamadas a agentes · 11,8 min en una laptop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033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1.15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344168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(role, goal, backstory) + Task (description, expected_output, output_pydantic). Prompts de cada agente en el notebook.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64008" cy="1737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033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qwen2.5:7b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1344168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y gratuito (~40 tokens/s). Contexto ampliado a 16K con un Modelfile: Ollama trunca en silencio a 4K. Groq (llama-3.3-70b) con una sola variable.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64008" cy="17373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535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Pydantic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264408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evaluaciones en JSON validado, con reintento si falla; los nombres de días, horas y franjas se normalizan.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80360"/>
            <a:ext cx="64008" cy="17373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9535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donde el LLM es débil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3264408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 F01–F17 con cursos permitidos, mínimos, verificador, sugerencias y puntaje ponderado.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iterando: el diseño importó más que el modelo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 vs. versión final (un modelo de 14B con el diseño v1 cometió los mismos errores)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planifica el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 día y hora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Elige entre franjas válidas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Retroalimentación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genérico (3 planes)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Violaciones + sugerencias concretas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por plan (de 21 sugeridas)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– 9,5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16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Violaciones duras (inicio → fin)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Planes APTOS al 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recomendado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violaciones (Estadística con 0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violaciones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657600"/>
            <a:ext cx="859536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30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</a:t>
            </a:r>
            <a:pPr indent="0" marL="0">
              <a:buNone/>
            </a:pPr>
            <a:r>
              <a:rPr lang="en-US" sz="12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libertad donde el LLM es débil (aritmética de horarios), más contexto calculado por código y críticas convertidas en acciones («a Estadística le faltan 1,5 h: usa F11 o F12»).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intermedios: 3 planes tras el bucle de corrección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Violaciones duras por ronda: 8 → 6 → 4 → 4 · «Carga balanceada» APTO desde la ronda 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8" name="Image 0" descr="/Users/blackmonk/utec/planifica/Hack7/salidas/calendario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3301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2793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Analista: </a:t>
            </a:r>
            <a:pPr indent="0" marL="0">
              <a:buNone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ML y Estadística (riesgo alto).  </a:t>
            </a:r>
            <a:pPr indent="0" marL="0">
              <a:buNone/>
            </a:pPr>
            <a:r>
              <a:rPr lang="en-US" sz="10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Auditor: </a:t>
            </a:r>
            <a:pPr indent="0" marL="0">
              <a:buNone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y Riesgo siguen sin horas de Ética antes del control del martes y con Estadística bajo su mínimo.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plan «Carga balanceada»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plan sin violaciones duras; coincide con el mayor puntaje ponderado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0292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02920"/>
                <a:gridCol w="548640"/>
                <a:gridCol w="594360"/>
                <a:gridCol w="594360"/>
                <a:gridCol w="457200"/>
                <a:gridCol w="548640"/>
                <a:gridCol w="365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Factib.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Bienest.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balanceada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Urgencia primero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en riesgo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que más pesaron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4320" y="2670048"/>
            <a:ext cx="50292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balance: prepara cada evaluación antes de su fecha (Ética el martes, BD el miércoles, Estadística en la semana)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Machine Learning queda en su mínimo (5 de 7 h) y el fin de semana sin uso (15 de 30 h)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Alucinación del decisor: su tabla incluía una sesión inexistente → el horario oficial sale del JSON validado</a:t>
            </a:r>
            <a:endParaRPr lang="en-US" sz="1050" dirty="0"/>
          </a:p>
        </p:txBody>
      </p:sp>
      <p:pic>
        <p:nvPicPr>
          <p:cNvPr id="11" name="Image 0" descr="/Users/blackmonk/utec/planifica/Hack7/salidas/plan_recome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960120"/>
            <a:ext cx="3429000" cy="25851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3591027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 · 9 sesiones · lunes a viernes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crítica: límites y rol humano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Experimento: introducimos 4 errores en los datos del estudiante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PlanificaIA · Hackathon 7 · Equipo NAN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1234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introducido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(LLM)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de ML faltante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detectó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de Estadística 6 → 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copió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violación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Sábado sin disponibilidad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 notó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 este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Ética inconsistente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 notó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out: el LLM reproduce los datos en vez de cuestionarlos.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límites observados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74320" y="336499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3 planes no convergieron en 3 rondas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no deterministas; pesos definidos por el equipo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74920" y="960120"/>
            <a:ext cx="37947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4920" y="960120"/>
            <a:ext cx="64008" cy="20574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1033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interviene una persona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30368" y="1344168"/>
            <a:ext cx="35478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Validar los datos de entrada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Ajustar los pesos de los criterios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Aprobar o ajustar el plan y volver a verificarlo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Escalar el caso si ningún plan es APTO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74920" y="3154680"/>
            <a:ext cx="3794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74920" y="3154680"/>
            <a:ext cx="64008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humano verificado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30368" y="35387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 el sábado 09:00–13:00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19 h · ML 5 → 9 h · 0 violaciones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difíciles en la mañana: 0 % → 29 %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1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 = una decisión dividida en roles claros, con una traza auditable de cada paso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Auditor (Python + LLM) fue la pieza clave: impidió recomendar un plan infactible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pesó más que el tamaño del modelo: franjas, datos calculados y sugerencias accionables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para lenguaje y criterio; código para aritmética y reglas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asistente, no un reemplazo: la decisión final la valida una persona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versión: validación de datos de entrada · solver (OR-Tools) + LLM · comparación con Groq 70B · CrewAI Flows y guardrails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PlanificaIA: planificador de estudio multi-agente</dc:title>
  <dc:subject>PptxGenJS Presentation</dc:subject>
  <dc:creator>Equipo NAN</dc:creator>
  <cp:lastModifiedBy>Equipo NAN</cp:lastModifiedBy>
  <cp:revision>1</cp:revision>
  <dcterms:created xsi:type="dcterms:W3CDTF">2026-10-14T04:53:59Z</dcterms:created>
  <dcterms:modified xsi:type="dcterms:W3CDTF">2026-10-14T04:53:59Z</dcterms:modified>
</cp:coreProperties>
</file>